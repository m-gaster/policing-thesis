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4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4B62-2768-49C3-BF74-CF7ED676F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A7E33-606D-4B07-BB59-7BD05D609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582A4-D4C6-4836-BFCE-50645C51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16508-78BB-48A2-BD68-20EEDD3F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6B3C-8703-4439-9127-2E3EF55F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2E05-A34A-4A40-99E5-31E30D6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162C6-7BB9-410D-9140-1C8FFB991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56535-1F62-4C6A-9C13-B9E22985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7DD1-9613-4302-8FF9-8D9CB9F70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4CE4-2EC8-4574-BDDE-64CAF756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92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5813-83AA-4FA7-B645-0D9A3339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1968D-2E23-47AE-B676-9021C4469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D5210-49E5-4509-A960-3CD88F0F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63B2-237E-4350-8D9F-B6DC058B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073A3-54B8-4037-B9E4-24BE2332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76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000F-A17C-4CA4-8167-D6478496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712C9-AE0A-4971-BC85-F1227167C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6C456-539D-4EDE-919E-E1C90FD67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58046-EB4C-458C-A7FD-DB492E24F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2D699-43DE-4EFC-9245-6BEC6408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CE36B-8B0D-4C21-8741-D027CD39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070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975B-F8C3-482E-95B9-EC26AE1F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0839F-BED4-4DD4-9F52-361057A5F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DB62B-334E-4664-82D1-186FBC4E0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EABF3-C775-4858-B855-EDC44F4EE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ED370-58B5-4725-83BE-E5648E30E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D6BB5-8CAD-4540-8814-1D0E247C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423ED-4ED8-4080-A28E-B7ED7423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FEA37-025A-4EFA-BB49-B16ACC62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937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BFC4-D25B-46B7-84B3-DD3EFAAD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4D257-2D2B-4347-BF2D-DED9A306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976F9-3D65-4EFA-B77C-906B8BD6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4D744-0227-4390-9ED0-00D9CC20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0257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DA24C-6B5E-4F43-80FA-6E0F6DFF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4DE44-27A9-4F6F-89D3-2DF6FAD1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23085-D98A-4D4B-8D3F-E8B11F02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756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6E80F-38BE-4971-93C6-3D1195BA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E55C-C5F3-417F-BED9-ED1DC03BF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EA1AA-D464-409B-AF8A-A063EC241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6AC77-05BC-4385-9311-A578D5653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D4725-B1BC-4CE2-921A-C2AEFDA2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FC690-A6A9-4857-819E-4DCA2E54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24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23EB-D39C-43D0-AC20-1F99EAD0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B85279-B8CC-463C-ABDA-5B15171F9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7B4A-0CCA-4307-BF79-54BDBB777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1CEFE-24C8-40FA-BE6B-02BF09487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8F097-1C15-41C0-AE08-F56E3253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E7A8-50BC-4B76-B167-381D8BB1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9881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1B9E-3195-4E3E-8FA3-FF516289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5B3BF-9288-49D6-952A-7FA95CCB0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6CB77-A9A5-4AEC-A558-B2804A9F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AC6D6-A6B9-48B8-A22E-8DA8321E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AE60-953C-4DC4-8341-9A4E6701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0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A0BA9-78C8-4698-8866-ADD9A5554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D08FC-A7B4-46D3-9653-0BA7A686E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39536-F5EA-4D29-B1B4-EFD917A5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5370A-ED25-4EF6-A79D-5189ADA9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17666-2822-4FF1-87FE-2EFC3466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40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22179-A041-4547-ACFA-DFE90078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B9641-649A-4F76-935A-1C20FE8AD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4DAC-2894-4073-920D-B5D50EDBF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8D738-B51C-49A4-9CEB-9280BA221EB6}" type="datetimeFigureOut">
              <a:rPr lang="en-CA" smtClean="0"/>
              <a:t>2021-11-04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34E-F4F9-4292-B884-55FA721A0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AAD5-4FE6-4473-994E-BE68F0FFA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C14B9-2E37-404B-84C9-D90147CCC03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804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66BC-A064-4115-995E-71EA1717C7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Traffic Stops in Montgomery County, MD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86C94-7FB6-4F11-9563-4B64E95ED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6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89E8-F42F-4047-A90C-350A69FA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Where do Traffic Stops Occur?</a:t>
            </a:r>
          </a:p>
        </p:txBody>
      </p:sp>
      <p:pic>
        <p:nvPicPr>
          <p:cNvPr id="5" name="Content Placeholder 4" descr="Chart, histogram&#10;&#10;Description automatically generated">
            <a:extLst>
              <a:ext uri="{FF2B5EF4-FFF2-40B4-BE49-F238E27FC236}">
                <a16:creationId xmlns:a16="http://schemas.microsoft.com/office/drawing/2014/main" id="{CC578EBC-721E-406F-88BE-646748C31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549" y="1734823"/>
            <a:ext cx="6215451" cy="4439608"/>
          </a:xfr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6C69B011-105F-41CB-B929-6C4C6DC1E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6339029" cy="45278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0B7DBF-A604-4848-932C-4D9A73C402DC}"/>
              </a:ext>
            </a:extLst>
          </p:cNvPr>
          <p:cNvSpPr txBox="1"/>
          <p:nvPr/>
        </p:nvSpPr>
        <p:spPr>
          <a:xfrm>
            <a:off x="101600" y="6410036"/>
            <a:ext cx="586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Note: limited to areas with &gt;= 150 stops</a:t>
            </a:r>
          </a:p>
        </p:txBody>
      </p:sp>
    </p:spTree>
    <p:extLst>
      <p:ext uri="{BB962C8B-B14F-4D97-AF65-F5344CB8AC3E}">
        <p14:creationId xmlns:p14="http://schemas.microsoft.com/office/powerpoint/2010/main" val="429114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176F-8105-4D65-8E81-263A61419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565"/>
          </a:xfrm>
        </p:spPr>
        <p:txBody>
          <a:bodyPr/>
          <a:lstStyle/>
          <a:p>
            <a:pPr algn="ctr"/>
            <a:r>
              <a:rPr lang="en-CA" dirty="0"/>
              <a:t>Summary Statistics by Race</a:t>
            </a:r>
          </a:p>
        </p:txBody>
      </p:sp>
      <p:pic>
        <p:nvPicPr>
          <p:cNvPr id="7" name="Content Placeholder 6" descr="Chart, bar chart&#10;&#10;Description automatically generated">
            <a:extLst>
              <a:ext uri="{FF2B5EF4-FFF2-40B4-BE49-F238E27FC236}">
                <a16:creationId xmlns:a16="http://schemas.microsoft.com/office/drawing/2014/main" id="{BC3B2A71-34E7-4E94-965F-E35E86E3E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41" y="1096552"/>
            <a:ext cx="8382042" cy="558802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DB06FF-575F-4D5C-BC25-CC29A833FBF6}"/>
              </a:ext>
            </a:extLst>
          </p:cNvPr>
          <p:cNvSpPr txBox="1"/>
          <p:nvPr/>
        </p:nvSpPr>
        <p:spPr>
          <a:xfrm>
            <a:off x="8923283" y="1826571"/>
            <a:ext cx="29323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Bars are the percentage that this race accounts for.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“MC Pop.” and “Accidents” are driver population estimates.</a:t>
            </a:r>
          </a:p>
        </p:txBody>
      </p:sp>
    </p:spTree>
    <p:extLst>
      <p:ext uri="{BB962C8B-B14F-4D97-AF65-F5344CB8AC3E}">
        <p14:creationId xmlns:p14="http://schemas.microsoft.com/office/powerpoint/2010/main" val="96835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Chart&#10;&#10;Description automatically generated">
            <a:extLst>
              <a:ext uri="{FF2B5EF4-FFF2-40B4-BE49-F238E27FC236}">
                <a16:creationId xmlns:a16="http://schemas.microsoft.com/office/drawing/2014/main" id="{57906DED-7597-424D-8852-7D705D9FA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0" y="602458"/>
            <a:ext cx="6053960" cy="3026980"/>
          </a:xfrm>
        </p:spPr>
      </p:pic>
      <p:pic>
        <p:nvPicPr>
          <p:cNvPr id="17" name="Picture 16" descr="Chart&#10;&#10;Description automatically generated">
            <a:extLst>
              <a:ext uri="{FF2B5EF4-FFF2-40B4-BE49-F238E27FC236}">
                <a16:creationId xmlns:a16="http://schemas.microsoft.com/office/drawing/2014/main" id="{A01819F9-00D4-4C29-9EAC-F28F43549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4263"/>
            <a:ext cx="6053960" cy="30269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E34ABF9-CBC2-4EFC-AEC2-47B6D299D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5" y="1111127"/>
            <a:ext cx="5085749" cy="20096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E3F8B4-29FB-4B4A-B8A1-9D4965538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5" y="4229541"/>
            <a:ext cx="5085749" cy="1976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E455BC2-EDC2-4F71-9838-D56B9F466D26}"/>
              </a:ext>
            </a:extLst>
          </p:cNvPr>
          <p:cNvSpPr txBox="1"/>
          <p:nvPr/>
        </p:nvSpPr>
        <p:spPr>
          <a:xfrm>
            <a:off x="1965833" y="0"/>
            <a:ext cx="8176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Do all races receive the same preferential treatment?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E12B1-255D-4628-A054-AAA1FC08CA7D}"/>
              </a:ext>
            </a:extLst>
          </p:cNvPr>
          <p:cNvSpPr txBox="1"/>
          <p:nvPr/>
        </p:nvSpPr>
        <p:spPr>
          <a:xfrm>
            <a:off x="8383510" y="523608"/>
            <a:ext cx="18426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P-values at 9 mph</a:t>
            </a:r>
          </a:p>
        </p:txBody>
      </p:sp>
    </p:spTree>
    <p:extLst>
      <p:ext uri="{BB962C8B-B14F-4D97-AF65-F5344CB8AC3E}">
        <p14:creationId xmlns:p14="http://schemas.microsoft.com/office/powerpoint/2010/main" val="263235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FE45-ACD9-4C43-8383-52702BF8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Expected vs. Actual Citation Frequencies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90A966-481B-4298-A2AD-3CB2469B5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490" y="2729942"/>
            <a:ext cx="4772691" cy="28197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7FD76-7200-4FBD-8978-FBEDB3002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608" y="2729942"/>
            <a:ext cx="5315692" cy="2791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2B7DDF-8977-48FE-8950-FACCDA0A37C1}"/>
              </a:ext>
            </a:extLst>
          </p:cNvPr>
          <p:cNvSpPr txBox="1"/>
          <p:nvPr/>
        </p:nvSpPr>
        <p:spPr>
          <a:xfrm>
            <a:off x="2382982" y="2290557"/>
            <a:ext cx="3260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% Difference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A143C-F73E-492C-8FE9-56898BD614DA}"/>
              </a:ext>
            </a:extLst>
          </p:cNvPr>
          <p:cNvSpPr txBox="1"/>
          <p:nvPr/>
        </p:nvSpPr>
        <p:spPr>
          <a:xfrm>
            <a:off x="8275782" y="2105891"/>
            <a:ext cx="167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99353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Traffic Stops in Montgomery County, MD</vt:lpstr>
      <vt:lpstr>Where do Traffic Stops Occur?</vt:lpstr>
      <vt:lpstr>Summary Statistics by Race</vt:lpstr>
      <vt:lpstr>PowerPoint Presentation</vt:lpstr>
      <vt:lpstr>Expected vs. Actual Citation Frequencies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Mikhael Gaster</dc:creator>
  <cp:lastModifiedBy>Mikhael Gaster</cp:lastModifiedBy>
  <cp:revision>6</cp:revision>
  <dcterms:created xsi:type="dcterms:W3CDTF">2021-11-04T18:08:34Z</dcterms:created>
  <dcterms:modified xsi:type="dcterms:W3CDTF">2021-11-04T20:05:36Z</dcterms:modified>
</cp:coreProperties>
</file>